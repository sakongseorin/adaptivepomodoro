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일기예뽀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4F7E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Weather-Based Pomodoro Timer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3474720"/>
            <a:ext cx="2194560" cy="3657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SW기초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2조  남한슬 · 사공서린 · 김민서 · 성병직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ULSAN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E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제기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ULSAN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108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108960" cy="54864"/>
          </a:xfrm>
          <a:prstGeom prst="rect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뽀모도로의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날씨·환경적 요소를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반영하지 않음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645920"/>
            <a:ext cx="457200" cy="0"/>
          </a:xfrm>
          <a:prstGeom prst="line">
            <a:avLst/>
          </a:prstGeom>
          <a:noFill/>
          <a:ln w="25400">
            <a:solidFill>
              <a:srgbClr val="4F7E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4813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7E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914400"/>
            <a:ext cx="44805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914400"/>
            <a:ext cx="448056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005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138988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날씨는 사람의 기분·에너지·집중력에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직접적인 영향을 미친다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2743200"/>
            <a:ext cx="6949440" cy="1371600"/>
          </a:xfrm>
          <a:prstGeom prst="rect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8016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∴ 날씨에 따라 더 효율적인 학습 환경을 제공할 수 있다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0156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뽀모도로의 한계를 보완한 날씨 연동 집중 타이머 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소개 &amp; 핵심 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ULSAN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뽀모도로 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201168" cy="201168"/>
          </a:xfrm>
          <a:prstGeom prst="ellipse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344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날씨가 사용자의 기분·집중력에 영향을 준다는 점에 착안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167128"/>
            <a:ext cx="201168" cy="201168"/>
          </a:xfrm>
          <a:prstGeom prst="ellipse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03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데이터를 활용해 사용자 맞춤 학습 환경 제공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3035808"/>
            <a:ext cx="201168" cy="201168"/>
          </a:xfrm>
          <a:prstGeom prst="ellipse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718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날씨에 따라 집중 시간 자동 조절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예: 맑은 날 50분 / 비 오는 날 30분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685800"/>
            <a:ext cx="0" cy="411480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731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흐름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1234440" cy="1417320"/>
          </a:xfrm>
          <a:prstGeom prst="rect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3716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691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확인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7373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6208" y="1325880"/>
            <a:ext cx="1234440" cy="14173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13716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691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36208" y="2103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집중 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70648" y="17373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6096" y="1325880"/>
            <a:ext cx="1234440" cy="1417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26096" y="13716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26096" y="1691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6096" y="2103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및 휴식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0632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10912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날씨별 집중 시간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0912" y="3520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☀️ 맑음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0912" y="3822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91072" y="3520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⛅ 흐림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1072" y="3822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71232" y="3520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🌧️ 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71232" y="3822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7E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ULSAN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일기예뽀의 핵심 기능 3가지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788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788920" cy="822960"/>
          </a:xfrm>
          <a:prstGeom prst="rect">
            <a:avLst/>
          </a:prstGeom>
          <a:solidFill>
            <a:srgbClr val="4F7EC8"/>
          </a:solidFill>
          <a:ln w="12700">
            <a:solidFill>
              <a:srgbClr val="4F7E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264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출력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788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멘트 출력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 시간 활동 추천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22402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84048" y="3566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"습도가 높아 피로할 수 있어요"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→ 빗소리 듣기 추천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371600"/>
            <a:ext cx="2788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371600"/>
            <a:ext cx="2788920" cy="8229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4264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맞춤 음악 추천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788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날씨·분위기에 어울리는 음악 제공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02152" y="3502152"/>
            <a:ext cx="22402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337560" y="3566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맑은 날 → 밝은 Lo-fi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비 오는 날 → 잔잔한 재즈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1344" y="1371600"/>
            <a:ext cx="2788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1371600"/>
            <a:ext cx="2788920" cy="8229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4264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91072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 통계 기능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2788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/ 이번 주 공부 시간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날씨별 평균 집중 시간 기록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55664" y="3502152"/>
            <a:ext cx="22402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91072" y="3566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사용자는 흐린 날보다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맑은 날 평균 18분 더 집중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400" kern="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7E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일기예뽀 — 날씨 기반 뽀모도로 타이머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2조  남한슬 · 사공서린 · 김민서 · 성병직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ULSAN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일기예뽀</dc:title>
  <dc:subject>PptxGenJS Presentation</dc:subject>
  <dc:creator>2조</dc:creator>
  <cp:lastModifiedBy>2조</cp:lastModifiedBy>
  <cp:revision>1</cp:revision>
  <dcterms:created xsi:type="dcterms:W3CDTF">2026-05-11T03:12:26Z</dcterms:created>
  <dcterms:modified xsi:type="dcterms:W3CDTF">2026-05-11T03:12:26Z</dcterms:modified>
</cp:coreProperties>
</file>